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502920"/>
            <a:ext cx="3840480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521207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DOWFS201 - PROJET DE SYNTHESE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2196F3"/>
                </a:solidFill>
              </a:rPr>
              <a:t>PLATEFORME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E-COMMERCE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06B6D4"/>
                </a:solidFill>
              </a:rPr>
              <a:t>Systeme Full-Stack  |  Laravel 12 + React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01568"/>
            <a:ext cx="3200400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AUTEUR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86791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Anas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36118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FORMATEUR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86791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Khalid MZIBRA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MODULE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4515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DOWFS201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3891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4A3B8"/>
                </a:solidFill>
              </a:rPr>
              <a:t>ANNEE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64515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2025-2026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230368"/>
            <a:ext cx="2331720" cy="38404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5248655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Laravel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5230368"/>
            <a:ext cx="2331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46120" y="5248655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React 19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5230368"/>
            <a:ext cx="2331720" cy="3840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06440" y="5248655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Redux Toolkit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705856"/>
            <a:ext cx="2331720" cy="3840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72414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Tailwind CSS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5705856"/>
            <a:ext cx="2331720" cy="38404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246120" y="572414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SQLite/MySQL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5705856"/>
            <a:ext cx="2331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806440" y="5724144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PayPal SDK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Plan de la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66928" cy="5029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9848" y="1170432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16152" y="12618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Contexte &amp; Objectifs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83664"/>
            <a:ext cx="566928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1956816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" y="1883664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16152" y="197510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Fonctionnalites Client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96896"/>
            <a:ext cx="566928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9848" y="2596896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16152" y="268833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Fonctionnalites Vendeur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10128"/>
            <a:ext cx="566928" cy="5029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383280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9848" y="3310128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16152" y="340156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Dashboard Admin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23360"/>
            <a:ext cx="566928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4096512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9848" y="4023360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16152" y="4114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Architecture &amp; Stack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736592"/>
            <a:ext cx="566928" cy="5029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4809744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9848" y="4736592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16152" y="482803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Base de Donnees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566928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5522976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9848" y="5449824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16152" y="554126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API REST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1170432"/>
            <a:ext cx="566928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20" y="1243584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13448" y="1170432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159752" y="126187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Interface &amp; 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6520" y="1883664"/>
            <a:ext cx="566928" cy="5029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46520" y="1956816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13448" y="1883664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59752" y="1975104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Securite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46520" y="2596896"/>
            <a:ext cx="566928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46520" y="2670048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13448" y="2596896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159752" y="268833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Fonctionnalites Avancees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46520" y="3310128"/>
            <a:ext cx="566928" cy="5029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46520" y="3383280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13448" y="3310128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159752" y="340156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Resultats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46520" y="4023360"/>
            <a:ext cx="566928" cy="5029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46520" y="4096512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13448" y="4023360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159752" y="4114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Difficultes &amp; Solutions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46520" y="4736592"/>
            <a:ext cx="566928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46520" y="4809744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13448" y="4736592"/>
            <a:ext cx="5029200" cy="50292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159752" y="482803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Conclusion &amp; Demo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Contexte &amp; Objectifs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Plateforme e-commerce multi-roles full-stack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70432"/>
            <a:ext cx="11183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06B6D4"/>
                </a:solidFill>
              </a:rPr>
              <a:t>"Solution e-commerce complete : catalogue, panier, paiement PayPal, espace vendeur et analytics admin - multilingue EN/FR/AR avec 4 themes et PWA."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48840"/>
            <a:ext cx="2542032" cy="10972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2258568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Roles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2148840"/>
            <a:ext cx="2542032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19272" y="2258568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40+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788920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Endpoints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2148840"/>
            <a:ext cx="2542032" cy="10972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35624" y="2258568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16+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788920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Tables BD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2148840"/>
            <a:ext cx="254203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51976" y="2258568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2788920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Langues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4564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196F3"/>
                </a:solidFill>
              </a:rPr>
              <a:t>Objectifs Techniques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840480"/>
            <a:ext cx="11183112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Architecture decoouplee : Laravel 12 API REST  +  React 19 SPA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Authentification multi-roles securisee via Laravel Sanctum (Bearer tokens)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Etat global Redux Toolkit  |  Responsive  |  RTL arabe automatique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PWA installable  |  Factures PDF  |  Paiement PayPal integre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Fonctionnalites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Parcours achat complet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3611880" cy="2212848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207008"/>
            <a:ext cx="3611880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31673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196F3"/>
                </a:solidFill>
              </a:rPr>
              <a:t>Decouverte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82496"/>
            <a:ext cx="3337560" cy="1618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Accueil anime, flash sales avec compte a rebours, produits vedettes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1688" y="1207008"/>
            <a:ext cx="3611880" cy="2212848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61688" y="1207008"/>
            <a:ext cx="361188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98848" y="131673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</a:rPr>
              <a:t>Catalogue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1682496"/>
            <a:ext cx="3337560" cy="1618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Filtres multicriteres, tri, vue grille/liste, recherche, pagination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0456" y="1207008"/>
            <a:ext cx="3611880" cy="2212848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0456" y="1207008"/>
            <a:ext cx="361188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57616" y="131673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7316"/>
                </a:solidFill>
              </a:rPr>
              <a:t>Produit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1682496"/>
            <a:ext cx="3337560" cy="1618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Galerie zoomable, avis clients, produits similaires, chatbot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657600"/>
            <a:ext cx="3611880" cy="2212848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3657600"/>
            <a:ext cx="36118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76732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B6D4"/>
                </a:solidFill>
              </a:rPr>
              <a:t>Checkout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33087"/>
            <a:ext cx="3337560" cy="1618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Adresse, code promo, paiement PayPal, facture PDF automatique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61688" y="3657600"/>
            <a:ext cx="3611880" cy="2212848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61688" y="3657600"/>
            <a:ext cx="361188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98848" y="376732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B5CF6"/>
                </a:solidFill>
              </a:rPr>
              <a:t>Mon Compte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133087"/>
            <a:ext cx="3337560" cy="1618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Historique commandes, timeline statut, retours, points fidelite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0456" y="3657600"/>
            <a:ext cx="3611880" cy="2212848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20456" y="3657600"/>
            <a:ext cx="3611880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57616" y="376732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196F3"/>
                </a:solidFill>
              </a:rPr>
              <a:t>Mobile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7616" y="4133087"/>
            <a:ext cx="3337560" cy="1618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Navigation bottom bar, PWA installable, mode hors-ligne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Fonctionnalites Vendeur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Espace gestion boutique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303520" cy="5349240"/>
          </a:xfrm>
          <a:prstGeom prst="rect">
            <a:avLst/>
          </a:prstGeom>
          <a:solidFill>
            <a:srgbClr val="14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170432"/>
            <a:ext cx="53035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2618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</a:rPr>
              <a:t>Gestion Produits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Creer, modifier et supprimer ses produits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Upload multiple d'images (galerie)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Gestion des stocks en temps reel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Import de catalogue via fichier CSV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Codes promo speciaux par vendeur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170432"/>
            <a:ext cx="5303520" cy="5349240"/>
          </a:xfrm>
          <a:prstGeom prst="rect">
            <a:avLst/>
          </a:prstGeom>
          <a:solidFill>
            <a:srgbClr val="14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170432"/>
            <a:ext cx="53035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26187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7316"/>
                </a:solidFill>
              </a:rPr>
              <a:t>Suivi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73736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Tableau de bord : CA, commandes, avis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Suivi des commandes et changement de statut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Gestion des retours (approbation / rejet)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Statistiques de vente par periode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Graphiques interactifs Recharts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Dashboard 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Controle total de la plateforme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2542032" cy="10058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Controle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170432"/>
            <a:ext cx="2542032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19272" y="128016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Tous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18105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Roles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170432"/>
            <a:ext cx="2542032" cy="10058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128016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Audit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5624" y="18105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Log complet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1170432"/>
            <a:ext cx="2542032" cy="1005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128016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Mass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18105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Actions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423160"/>
            <a:ext cx="3657600" cy="4096512"/>
          </a:xfrm>
          <a:prstGeom prst="rect">
            <a:avLst/>
          </a:prstGeom>
          <a:solidFill>
            <a:srgbClr val="14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2920" y="2423160"/>
            <a:ext cx="3657600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" y="250545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196F3"/>
                </a:solidFill>
              </a:rPr>
              <a:t>Gestion Utilisateurs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2980944"/>
            <a:ext cx="3429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Creer, modifier, bloquer des comptes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Assigner les roles (admin / vendeur / client)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Voir l'historique par utilisateur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2423160"/>
            <a:ext cx="3657600" cy="4096512"/>
          </a:xfrm>
          <a:prstGeom prst="rect">
            <a:avLst/>
          </a:prstGeom>
          <a:solidFill>
            <a:srgbClr val="14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89120" y="2423160"/>
            <a:ext cx="36576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53712" y="250545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</a:rPr>
              <a:t>Contenu &amp; Catalogue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2980944"/>
            <a:ext cx="3429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CRUD categories (hierarchiques)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Moderation des avis clients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Gestion des coupons et promotions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423160"/>
            <a:ext cx="3657600" cy="4096512"/>
          </a:xfrm>
          <a:prstGeom prst="rect">
            <a:avLst/>
          </a:prstGeom>
          <a:solidFill>
            <a:srgbClr val="14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2423160"/>
            <a:ext cx="36576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2" y="250545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7316"/>
                </a:solidFill>
              </a:rPr>
              <a:t>Analytics &amp; Securite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2980944"/>
            <a:ext cx="34290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Graphiques CA, commandes, vendeurs top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Export CSV / XLSX des rapports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600">
                <a:solidFill>
                  <a:srgbClr val="FFFFFF"/>
                </a:solidFill>
              </a:rPr>
              <a:t>●  Audit log : IP, user-agent, timestamp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Architecture &amp;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Decouplage API REST + SPA React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2743200" cy="6858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React 19  +  Vite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56231"/>
            <a:ext cx="2743200" cy="228600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1938528"/>
            <a:ext cx="251460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Pages, composants, Redux,
Router v7, Framer Motion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194560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6B6D4"/>
                </a:solidFill>
              </a:rP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47288" y="1170432"/>
            <a:ext cx="274320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47288" y="11887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API REST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15727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HTTP / 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47288" y="1856231"/>
            <a:ext cx="2743200" cy="228600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84448" y="1938528"/>
            <a:ext cx="251460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routes/api.php, Bearer Token,
CORS, Rate Limiting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0488" y="2194560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F172A"/>
                </a:solidFill>
              </a:rP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91656" y="1170432"/>
            <a:ext cx="2743200" cy="6858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91656" y="11887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METIER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15727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Laravel 12  MVC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91656" y="1856231"/>
            <a:ext cx="2743200" cy="228600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28816" y="1938528"/>
            <a:ext cx="251460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Models Eloquent, Controllers,
Policies, Middleware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2194560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196F3"/>
                </a:solidFill>
              </a:rPr>
              <a:t>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36024" y="1170432"/>
            <a:ext cx="2743200" cy="685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36024" y="11887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DONNEES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6024" y="15727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SQLite  /  MySQL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36024" y="1856231"/>
            <a:ext cx="2743200" cy="228600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73184" y="1938528"/>
            <a:ext cx="251460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16+ tables, Migrations,
Soft Deletes, Seeders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315968"/>
            <a:ext cx="11183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7316"/>
                </a:solidFill>
              </a:rPr>
              <a:t>Flux commande complet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709160"/>
            <a:ext cx="347472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4736592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72744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React POST /api/v1/orders  (Bearer Token)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074920"/>
            <a:ext cx="347472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5102352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09320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Form Request valide les donnees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440680"/>
            <a:ext cx="347472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2920" y="5468112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4589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OrderController : transaction DB, stock decremente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806440"/>
            <a:ext cx="347472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" y="5833872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82472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DomPDF genere la facture PDF + email envoyé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6172200"/>
            <a:ext cx="347472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6199632"/>
            <a:ext cx="3474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619048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JSON 201 retourné au client React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Base de Donnees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16+ tables  |  Eloquent ORM  |  Soft Deletes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5577840" cy="11704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207008"/>
            <a:ext cx="1188720" cy="117043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46304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Comptes : nom, email, role, avatar, is_active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207008"/>
            <a:ext cx="5577840" cy="11704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55080" y="1207008"/>
            <a:ext cx="1188720" cy="1170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28016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146304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Nom, prix, stock, discount, seller_id, category_id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32888"/>
            <a:ext cx="5577840" cy="11704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2532888"/>
            <a:ext cx="1188720" cy="117043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78892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order_number, status, total, coupon_id, invoice_path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2532888"/>
            <a:ext cx="5577840" cy="11704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55080" y="2532888"/>
            <a:ext cx="1188720" cy="117043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260604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ORDER_ITEMS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78892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Snapshot produit : nom, prix, quantite (immuable)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58768"/>
            <a:ext cx="5577840" cy="11704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3858768"/>
            <a:ext cx="1188720" cy="117043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93192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11480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Hierarchie parent_id, name_fr, name_ar, slug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3858768"/>
            <a:ext cx="5577840" cy="11704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55080" y="3858768"/>
            <a:ext cx="1188720" cy="1170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55080" y="393192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11480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Panier invité (session) fusionne a la connexion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8"/>
            <a:ext cx="5577840" cy="11704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2920" y="5184648"/>
            <a:ext cx="1188720" cy="1170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2578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44068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Note 1-5, commentaire, approbation admin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5184648"/>
            <a:ext cx="5577840" cy="11704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55080" y="5184648"/>
            <a:ext cx="1188720" cy="117043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55080" y="52578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COUPONS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440680"/>
            <a:ext cx="4114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Code, type (percent/fixed), valeur, max_uses, expiry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" y="629107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94A3B8"/>
                </a:solidFill>
              </a:rPr>
              <a:t>+ carts, </a:t>
            </a:r>
            <a:r>
              <a:rPr sz="1200" b="0" i="1" dirty="0" err="1">
                <a:solidFill>
                  <a:srgbClr val="94A3B8"/>
                </a:solidFill>
              </a:rPr>
              <a:t>wishlists</a:t>
            </a:r>
            <a:r>
              <a:rPr sz="1200" b="0" i="1" dirty="0">
                <a:solidFill>
                  <a:srgbClr val="94A3B8"/>
                </a:solidFill>
              </a:rPr>
              <a:t>, addresses, </a:t>
            </a:r>
            <a:r>
              <a:rPr sz="1200" b="0" i="1" dirty="0" err="1">
                <a:solidFill>
                  <a:srgbClr val="94A3B8"/>
                </a:solidFill>
              </a:rPr>
              <a:t>product_images</a:t>
            </a:r>
            <a:r>
              <a:rPr sz="1200" b="0" i="1" dirty="0">
                <a:solidFill>
                  <a:srgbClr val="94A3B8"/>
                </a:solidFill>
              </a:rPr>
              <a:t>, </a:t>
            </a:r>
            <a:r>
              <a:rPr sz="1200" b="0" i="1" dirty="0" err="1">
                <a:solidFill>
                  <a:srgbClr val="94A3B8"/>
                </a:solidFill>
              </a:rPr>
              <a:t>shipping_methods</a:t>
            </a:r>
            <a:r>
              <a:rPr sz="1200" b="0" i="1" dirty="0">
                <a:solidFill>
                  <a:srgbClr val="94A3B8"/>
                </a:solidFill>
              </a:rPr>
              <a:t>, </a:t>
            </a:r>
            <a:r>
              <a:rPr sz="1200" b="0" i="1" dirty="0" err="1">
                <a:solidFill>
                  <a:srgbClr val="94A3B8"/>
                </a:solidFill>
              </a:rPr>
              <a:t>return_requests</a:t>
            </a:r>
            <a:r>
              <a:rPr sz="1200" b="0" i="1" dirty="0">
                <a:solidFill>
                  <a:srgbClr val="94A3B8"/>
                </a:solidFill>
              </a:rPr>
              <a:t>, </a:t>
            </a:r>
            <a:r>
              <a:rPr sz="1200" b="0" i="1" dirty="0" err="1">
                <a:solidFill>
                  <a:srgbClr val="94A3B8"/>
                </a:solidFill>
              </a:rPr>
              <a:t>personal_access_tokens</a:t>
            </a:r>
            <a:endParaRPr sz="1200" b="0" i="1" dirty="0">
              <a:solidFill>
                <a:srgbClr val="94A3B8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API 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40+ endpoints  |  versionnee /api/v1/  |  Laravel Sanctum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9418320" cy="384048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261872"/>
            <a:ext cx="640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Methode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26187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Endpoint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261872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Description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261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B6D4"/>
                </a:solidFill>
              </a:rPr>
              <a:t>Auth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591056"/>
            <a:ext cx="9418320" cy="4846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168249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68249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6824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Creer un compte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68249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Public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075688"/>
            <a:ext cx="9418320" cy="484632"/>
          </a:xfrm>
          <a:prstGeom prst="rect">
            <a:avLst/>
          </a:prstGeom>
          <a:solidFill>
            <a:srgbClr val="14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216712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1671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/api/v1/login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21671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Connexion -- retourne Bearer token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1671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Public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560320"/>
            <a:ext cx="9418320" cy="4846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26517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2651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/api/v1/products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651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Catalogue filtre &amp; pagine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2651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Public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044952"/>
            <a:ext cx="9418320" cy="484632"/>
          </a:xfrm>
          <a:prstGeom prst="rect">
            <a:avLst/>
          </a:prstGeom>
          <a:solidFill>
            <a:srgbClr val="14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313639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1363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/api/v1/cart/add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1363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Ajouter au panier (fusione)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31363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Sanctum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529584"/>
            <a:ext cx="9418320" cy="4846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62102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210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/api/v1/orders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62102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Commande + facture + email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36210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Sanctum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14216"/>
            <a:ext cx="9418320" cy="484632"/>
          </a:xfrm>
          <a:prstGeom prst="rect">
            <a:avLst/>
          </a:prstGeom>
          <a:solidFill>
            <a:srgbClr val="14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4360" y="4105656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5880" y="4105656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/api/v1/orders/{id}/invoice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410565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Telecharger facture PDF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96F3"/>
                </a:solidFill>
              </a:rPr>
              <a:t>Sanctum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498848"/>
            <a:ext cx="9418320" cy="4846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4360" y="45902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45902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/api/v1/seller/products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45902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Produits du vendeur connecte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1080" y="459028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Vendeur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983480"/>
            <a:ext cx="9418320" cy="484632"/>
          </a:xfrm>
          <a:prstGeom prst="rect">
            <a:avLst/>
          </a:prstGeom>
          <a:solidFill>
            <a:srgbClr val="14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94360" y="50749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PATCH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5880" y="50749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/api/v1/seller/orders/{id}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3484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Changer statut commande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41080" y="5074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</a:rPr>
              <a:t>Vendeur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468112"/>
            <a:ext cx="9418320" cy="484632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4360" y="55595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GET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25880" y="555955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/api/v1/admin/dashboard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34840" y="55595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Stats, graphiques, analytics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41080" y="55595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Admin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952744"/>
            <a:ext cx="9418320" cy="484632"/>
          </a:xfrm>
          <a:prstGeom prst="rect">
            <a:avLst/>
          </a:prstGeom>
          <a:solidFill>
            <a:srgbClr val="14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94360" y="6044184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25880" y="604418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/api/v1/admin/users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4840" y="604418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Liste + filtre utilisateurs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41080" y="60441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</a:rPr>
              <a:t>Admin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   |   40+ endpoints au total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Interface &amp;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Themes, internationalisation et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196F3"/>
                </a:solidFill>
              </a:rPr>
              <a:t>4 Themes Visuels  (CSS variables)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274320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6642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Clair Bleu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8" y="1600200"/>
            <a:ext cx="2743200" cy="56692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47288" y="16642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Clair Neutre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1600200"/>
            <a:ext cx="2743200" cy="56692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91656" y="16642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Sombre Bleu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36024" y="1600200"/>
            <a:ext cx="2743200" cy="566928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36024" y="166420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Sombre Neutre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359152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0B981"/>
                </a:solidFill>
              </a:rPr>
              <a:t>Internationalisation  (i18next)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111831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Anglais, Francais et Arabe  -- bascule en un clic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Layout RTL automatique pour l'arabe (direction, alignement, marges)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150+ cles de traduction pour chaque langue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2452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97316"/>
                </a:solidFill>
              </a:rPr>
              <a:t>PWA &amp; Animations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1118311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Service Worker : mise en cache, mode hors-ligne, install prompt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Framer Motion : transitions de pages, entrees et gestures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Navigation mobile : bottom bar contextuelle au role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Securite &amp; Authentification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Architecture RBAC multi-niveaux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196F3"/>
                </a:solidFill>
              </a:rPr>
              <a:t>Authentification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831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Laravel Sanctum : tokens Bearer stockes en base, invalides au changement de mdp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Fusion panier invita automatique a la connexion (session -&gt; user)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ProtectedRoute cote React : redirige si non authentifie ou mauvais 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2724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7316"/>
                </a:solidFill>
              </a:rPr>
              <a:t>Autorisation (RBAC)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47872"/>
            <a:ext cx="111831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RoleMiddleware : role:admin, role:seller applique sur chaque route protegee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Policies Laravel : seul le proprietaire peut modifier ses ressources (ex: ses produits)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Form Requests : validation complete de toutes les entrees avant traitement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4748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</a:rPr>
              <a:t>Integrite des Donnees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68112"/>
            <a:ext cx="1118311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Soft Deletes sur produits/commandes : les donnees ne sont jamais perdues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Snapshots commande : nom, prix, images captures a l'achat (immuables)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Fonctionnalites Avancees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Ce qui distingue la plateforme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5577840" cy="155448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207008"/>
            <a:ext cx="5577840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31673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196F3"/>
                </a:solidFill>
              </a:rPr>
              <a:t>Chatbot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82496"/>
            <a:ext cx="53035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17 intentions, detection langue, suggestions produits temps reel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207008"/>
            <a:ext cx="5577840" cy="155448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55080" y="1207008"/>
            <a:ext cx="557784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31673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7316"/>
                </a:solidFill>
              </a:rPr>
              <a:t>Flash Sales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82496"/>
            <a:ext cx="53035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Compte a rebours temps reel, badge prix sur les cartes produits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44368"/>
            <a:ext cx="5577840" cy="155448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2944368"/>
            <a:ext cx="55778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05409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</a:rPr>
              <a:t>Programme Fidelite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19856"/>
            <a:ext cx="53035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Points gagnes a chaque achat, utilisables comme remise au checkout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2944368"/>
            <a:ext cx="5577840" cy="155448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55080" y="2944368"/>
            <a:ext cx="557784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05409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B6D4"/>
                </a:solidFill>
              </a:rPr>
              <a:t>Recommandations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19856"/>
            <a:ext cx="53035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Trending, also viewed et personalized basees sur l'historique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81728"/>
            <a:ext cx="5577840" cy="155448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4681728"/>
            <a:ext cx="557784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79145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8B5CF6"/>
                </a:solidFill>
              </a:rPr>
              <a:t>Factures PDF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57216"/>
            <a:ext cx="53035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Generation DomPDF depuis template Blade, telechargement direct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4681728"/>
            <a:ext cx="5577840" cy="155448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55080" y="4681728"/>
            <a:ext cx="557784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479145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7316"/>
                </a:solidFill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157216"/>
            <a:ext cx="5303520" cy="960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Toutes les actions admin enregistrees : IP, user-agent, timestamp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Resultats &amp; Realisations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Ce qui a ete livre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2542032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Fonctionnalites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170432"/>
            <a:ext cx="2542032" cy="10972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19272" y="128016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40+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18105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Endpoints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170432"/>
            <a:ext cx="2542032" cy="10972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128016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15+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5624" y="18105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Pages React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1170432"/>
            <a:ext cx="2542032" cy="1097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1280160"/>
            <a:ext cx="25420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1810512"/>
            <a:ext cx="25420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</a:rPr>
              <a:t>Langues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487168"/>
            <a:ext cx="111831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196F3"/>
                </a:solidFill>
              </a:rPr>
              <a:t>Competences Mises en Oeuvre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907792"/>
            <a:ext cx="11183112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Back-End Laravel : API RESTful, Sanctum, Policies, DomPDF, envoi d'emails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Front-End React : Redux Toolkit, Framer Motion, Recharts, CSS variables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Architecture : RBAC, soft deletes, SPA decoouplee, PWA, i18n RTL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800">
                <a:solidFill>
                  <a:srgbClr val="FFFFFF"/>
                </a:solidFill>
              </a:rPr>
              <a:t>●  DevOps : Git versionné, migrations Eloquent, seeders et SQLite/MySQL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074920"/>
            <a:ext cx="111831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1">
                <a:solidFill>
                  <a:srgbClr val="10B981"/>
                </a:solidFill>
              </a:rPr>
              <a:t>Plateforme prete pour la production et extensible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87784" cy="1005840"/>
          </a:xfrm>
          <a:prstGeom prst="rect">
            <a:avLst/>
          </a:prstGeom>
          <a:solidFill>
            <a:srgbClr val="141E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914400"/>
            <a:ext cx="11987784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91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Difficultes &amp;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4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06B6D4"/>
                </a:solidFill>
              </a:rPr>
              <a:t>Challenges techniques rencontres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5577840" cy="228600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207008"/>
            <a:ext cx="5577840" cy="45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31673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196F3"/>
                </a:solidFill>
              </a:rPr>
              <a:t>Fusion panier invita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82496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Cookies de session invalides apres connexion. Solution : AuthController transfere les cart_items de session_id vers user_id a chaque login.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207008"/>
            <a:ext cx="5577840" cy="228600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55080" y="1207008"/>
            <a:ext cx="557784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31673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0B981"/>
                </a:solidFill>
              </a:rPr>
              <a:t>Snapshot commande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682496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Prix produit peut changer apres achat. Solution : nom, prix, image capturés dans order_items a la creation de commande.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94176"/>
            <a:ext cx="5577840" cy="228600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3694176"/>
            <a:ext cx="557784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8039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97316"/>
                </a:solidFill>
              </a:rPr>
              <a:t>RTL Arabe dynamique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169664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Tailwind CSS ne gere pas dynamiquement la direction. Solution : injection dir="rtl" sur &lt;html&gt; + classe "rtl:" conditionnelle dans i18n middleware.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3694176"/>
            <a:ext cx="5577840" cy="2286000"/>
          </a:xfrm>
          <a:prstGeom prst="rect">
            <a:avLst/>
          </a:prstGeom>
          <a:solidFill>
            <a:srgbClr val="1926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55080" y="3694176"/>
            <a:ext cx="557784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8039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B6D4"/>
                </a:solidFill>
              </a:rPr>
              <a:t>Token Bearer expiré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169664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React perdait l'etat auth sur refresh. Solution : Redux Persist avec revalidation au demarrage de l'app.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384048"/>
            <a:ext cx="320040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40233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PROJET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3619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2196F3"/>
                </a:solidFill>
              </a:rPr>
              <a:t>&amp; Demo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5029200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42316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06B6D4"/>
                </a:solidFill>
              </a:rPr>
              <a:t>"Plateforme e-commerce full-stack fonctionnelle, securisee et maintenable. Architecture decoouplee REST + SPA prete pour la production et extensible sans refonte majeure."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8444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97316"/>
                </a:solidFill>
              </a:rPr>
              <a:t>Perspectives d'Evolution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Application mobile React Native partageant l'API existante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Chatbot LLM (GPT-4o / Claude) pour reponses contextuelles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Deploiement AWS (EC2 + RDS + S3) avec CI/CD GitHub Actions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1700">
                <a:solidFill>
                  <a:srgbClr val="FFFFFF"/>
                </a:solidFill>
              </a:rPr>
              <a:t>●  Tests E2E automatises : PHPUnit + Playwright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989320"/>
            <a:ext cx="11183112" cy="475488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035040"/>
            <a:ext cx="111831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FFFFFF"/>
                </a:solidFill>
              </a:rPr>
              <a:t>Merci  </a:t>
            </a:r>
            <a:endParaRPr lang="en-US" sz="1800" b="1" i="0" dirty="0">
              <a:solidFill>
                <a:srgbClr val="FFFFFF"/>
              </a:solidFill>
            </a:endParaRPr>
          </a:p>
          <a:p>
            <a:pPr algn="ctr"/>
            <a:endParaRPr sz="1800" b="1" i="0" dirty="0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A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5653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</a:rPr>
              <a:t>Anas  |  Plateforme E-Commerce  | 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1537</Words>
  <Application>Microsoft Office PowerPoint</Application>
  <PresentationFormat>Custom</PresentationFormat>
  <Paragraphs>298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Anas</cp:lastModifiedBy>
  <cp:revision>2</cp:revision>
  <dcterms:created xsi:type="dcterms:W3CDTF">2013-01-27T09:14:16Z</dcterms:created>
  <dcterms:modified xsi:type="dcterms:W3CDTF">2026-05-26T17:17:50Z</dcterms:modified>
  <cp:category/>
</cp:coreProperties>
</file>